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各位老师同学好，今天汇报的项目是工业报警洪水治理系统。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本次汇报聚焦在用户故事梳理与验收测试用例设计这一块。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整个系统基于 TEP 过程数据，从报警生成、压缩、源头定位一直到可视化看板。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下面先从系统功能整体讲起。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系统一共四项功能，按数据处理顺序排列。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前三个是流水线：报警日志生成负责造数据，报警压缩把洪水式报警合并成组，源头定位给出每组的根因 Top-3。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第四个可视化看板是展示层，不参与核心算法。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需要强调的是，功能 2 和功能 3 才是整个项目的主体，功能 1 只是为了让它们有数据可跑。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第一个典型故事是 US-05 报警分组，干系人是控制室操作员。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操作员的痛点很具体：装置一出问题，报警一屏一屏刷，上千条报警根本看不过来。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他希望系统自动把这些报警合并成几十个有意义的组，打开就能看到重点。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这个故事的关键不只是"压得够狠"，还要保证分组有意义——不能把时间上不相关的报警硬凑到一起。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US-05 一共四条验收用例。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TC-05-1 测压缩率：1200 条报警压到不超过 120 组，也就是 10% 以内。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TC-05-2 测完整性：各组条数加起来必须等于原始总数，不能丢报警。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TC-05-3 测小样本边界：只有 5 条报警时不能硬合并。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TC-05-4 测可重复性：同样输入跑两次结果必须完全一致。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重点是：压缩率好做，稳定性难做，所以三条用例都在测边界。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第二个典型故事是 US-08 问题起点排序，干系人同样是控制室操作员。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操作员拿到一组报警之后，最想知道的不是"有哪些报警"，而是"先去哪里查"。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他希望系统给出最可能的几个根因测点并排好序，从第一个开始查就行，不用挨个翻。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这个故事的关键是排序结果必须可量化——测试数据里故障注入位置是已知的，命中率数得出来。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US-08 也是四条用例。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TC-08-1 测输出格式：每组最多三个候选，按可能性排序。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TC-08-2 和 TC-08-3 是核心量化指标：20 种已知故障，首位命中率不低于 50%，前三位命中率不低于 80%。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TC-08-4 测边界：只有一个测点时不要硬凑三个。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这个故事的用例全部可量化，因为测试数据里故障注入位置是已知的，不用靠人主观判断好坏。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143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PROJECT REVIEW · INDUSTRIAL ALARM FLOOD MITIGATION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用户故事与验收测试用例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工业报警洪水治理系统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3930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431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TEP 过程数据，覆盖报警生成、压缩、源头定位与可视化看板全链路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84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小组成员：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吕子豪，郑子唯，滕艺斐，吴焕石，张泽旺，李明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轩</a:t>
            </a:r>
            <a:endParaRPr lang="zh-CN" alt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636000" y="584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2026.09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01 · SYSTEM FUNCTIONS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功能流水线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16000" y="2286000"/>
            <a:ext cx="215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8575" cap="flat" cmpd="sng">
            <a:solidFill>
              <a:schemeClr val="accent6">
                <a:lumMod val="75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219200" y="24892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219200" y="2946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报警日志生成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219200" y="34036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按测量点上下限判越限，生成报警记录，并注入抖动报警与重复报警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5"/>
            </p:custDataLst>
          </p:nvPr>
        </p:nvCxnSpPr>
        <p:spPr>
          <a:xfrm rot="-122724">
            <a:off x="3251313" y="34226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3683000" y="2286000"/>
            <a:ext cx="215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3886200" y="24892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3886200" y="2946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报警压缩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886200" y="34036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把短时间内大量产生的报警，合并成数量很少的报警组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0"/>
            </p:custDataLst>
          </p:nvPr>
        </p:nvCxnSpPr>
        <p:spPr>
          <a:xfrm rot="-122724">
            <a:off x="5918313" y="34226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350000" y="2286000"/>
            <a:ext cx="215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6553200" y="24892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553200" y="2946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源头定位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6553200" y="34036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指出每组报警最可能从哪个测量点开始，给出排序前三的候选</a:t>
            </a:r>
            <a:endParaRPr lang="en-US" sz="1100"/>
          </a:p>
        </p:txBody>
      </p:sp>
      <p:cxnSp>
        <p:nvCxnSpPr>
          <p:cNvPr id="18" name="Connector 18"/>
          <p:cNvCxnSpPr/>
          <p:nvPr>
            <p:custDataLst>
              <p:tags r:id="rId15"/>
            </p:custDataLst>
          </p:nvPr>
        </p:nvCxnSpPr>
        <p:spPr>
          <a:xfrm rot="-122724">
            <a:off x="8585313" y="34226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9017000" y="2286000"/>
            <a:ext cx="2159000" cy="228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 cap="flat" cmpd="sng">
            <a:solidFill>
              <a:schemeClr val="accent6">
                <a:lumMod val="75000"/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9220200" y="24892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9220200" y="2946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可视化看板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9220200" y="34036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把前三步结果做成网页，支持现场演示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1016000" y="5562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前三项串成一条数据处理流水线，第四项是这条流水线的展示层。</a:t>
            </a:r>
            <a:r>
              <a:rPr lang="en-US" sz="14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 2 与功能 3 是项目主体</a:t>
            </a:r>
            <a:r>
              <a:rPr lang="en-US" sz="14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，功能 1 的作用是让它们有数据可跑。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TYPICAL STORY 01 · US-05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0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用户故事</a:t>
            </a:r>
            <a:r>
              <a:rPr lang="en-US" altLang="zh-CN" sz="30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30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：把洪水式报警合并成几十个有意义的组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524000" cy="3556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干系人：控制室操作员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50800" cy="2794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397000" y="2794000"/>
            <a:ext cx="977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作为一名</a:t>
            </a:r>
            <a:r>
              <a:rPr lang="en-US" sz="18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控制室操作员</a:t>
            </a: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我想要系统把短时间内涌出来的一大堆报警，</a:t>
            </a:r>
            <a:r>
              <a:rPr lang="en-US" sz="18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合并成数量很少的报警组</a:t>
            </a: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sz="18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原因是一台装置出问题的时候报警是一屏一屏刷的，靠我自己从上千条里挑出关键的那几条根本来不及，我希望打开就能看到几十个有意义的组。</a:t>
            </a:r>
            <a:endParaRPr lang="en-US" sz="18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6096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核心诉求：压缩率要够，且不能把不相关的报警硬合并在一起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US-05 · ACCEPTANCE TEST CASES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r>
              <a:rPr 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用例：</a:t>
            </a:r>
            <a:r>
              <a:rPr lang="zh-CN" alt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用户故事</a:t>
            </a:r>
            <a:r>
              <a:rPr lang="en-US" altLang="zh-CN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altLang="zh-CN" sz="2600" b="1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24000"/>
          <a:ext cx="10668000" cy="35845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2540000"/>
                <a:gridCol w="3175000"/>
                <a:gridCol w="3810000"/>
              </a:tblGrid>
              <a:tr h="4349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用例编号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前置条件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操作步骤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预期结果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TC-05-1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准备一段含 1200 条报警的记录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输入系统执行报警分组，统计输出的报警组数量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报警组数量不超过 120 个，即不超过原始报警条数的 10%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TC-05-2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 TC-05-1 的输出结果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统计每个报警组包含的报警条数并求和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每组均显示所含报警条数，各组条数之和等于原始报警总条数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TC-05-3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准备一段仅含 5 条报警的记录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输入系统执行报警分组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输出不超过 5 个报警组，不会把时间上相隔较远的报警强行合并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TC-05-4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使用与 TC-05-1 相同的输入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连续运行两次，保存两次的分组结果，逐组比对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两次的分组结果完全一致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-4092">
            <a:off x="762004" y="545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56515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TYPICAL STORY 02 · US-08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0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用户故事</a:t>
            </a:r>
            <a:r>
              <a:rPr lang="en-US" altLang="zh-CN" sz="30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30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：拿到报警组先查哪里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524000" cy="3556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干系人：控制室操作员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50800" cy="2794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397000" y="2794000"/>
            <a:ext cx="977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作为一名</a:t>
            </a:r>
            <a:r>
              <a:rPr lang="en-US" sz="18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控制室操作员</a:t>
            </a: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我想要系统对每一组报警，给出</a:t>
            </a:r>
            <a:r>
              <a:rPr lang="en-US" sz="18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最可能是问题起点的几个测点并排好序</a:t>
            </a: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sz="18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8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原因是我拿到一组报警之后最想知道的是先去查哪里，有了排序我就能从第一个开始排查，不用把整组测点挨个翻一遍。</a:t>
            </a:r>
            <a:endParaRPr lang="en-US" sz="18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6096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核心诉求：给出 Top-3 候选，且排序要可量化验证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Inter"/>
                <a:ea typeface="Inter"/>
                <a:cs typeface="Inter"/>
                <a:sym typeface="Inter"/>
              </a:rPr>
              <a:t>US-08 · ACCEPTANCE TEST CASES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128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r>
              <a:rPr 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用例：</a:t>
            </a:r>
            <a:r>
              <a:rPr lang="zh-CN" alt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用户故事</a:t>
            </a:r>
            <a:r>
              <a:rPr lang="en-US" altLang="zh-CN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2——</a:t>
            </a:r>
            <a:r>
              <a:rPr lang="zh-CN" alt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保证报警</a:t>
            </a:r>
            <a:r>
              <a:rPr lang="zh-CN" altLang="en-US" sz="2600" b="1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精度</a:t>
            </a:r>
            <a:endParaRPr lang="zh-CN" altLang="en-US" sz="2600" b="1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24000"/>
          <a:ext cx="10668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2540000"/>
                <a:gridCol w="3175000"/>
                <a:gridCol w="3810000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用例编号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前置条件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操作步骤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预期结果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3238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TC-08-1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已完成一次报警分组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查看任一报警组的排序输出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输出不超过三个候选测量点，按可能性由高到低排列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TC-08-2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测试数据中已知 20 种故障，每种故障的注入位置明确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对每一种故障运行一次排序，核对首位候选与注入位置是否一致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首位命中不少于 10 种，命中率不低于 50%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TC-08-3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 TC-08-2 的 20 次运行结果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核对前三位候选中是否包含真实的故障注入位置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前三位命中不少于 16 种，命中率不低于 80%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TC-08-4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某个报警组仅涉及一个测量点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查看该报警组的排序输出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输出仅一个候选，不补足至三个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-4092">
            <a:off x="762004" y="545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56515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2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3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4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5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6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7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8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9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0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1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2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3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4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5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6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7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8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ags/tag19.xml><?xml version="1.0" encoding="utf-8"?>
<p:tagLst xmlns:p="http://schemas.openxmlformats.org/presentationml/2006/main">
  <p:tag name="KSO_WM_DIAGRAM_VIRTUALLY_FRAME" val="{&quot;height&quot;:180,&quot;left&quot;:80,&quot;top&quot;:180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1350</Words>
  <Application>WPS 演示</Application>
  <PresentationFormat/>
  <Paragraphs>156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Arial</vt:lpstr>
      <vt:lpstr>Inter</vt:lpstr>
      <vt:lpstr>Segoe Print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吕子豪</cp:lastModifiedBy>
  <cp:revision>2</cp:revision>
  <dcterms:created xsi:type="dcterms:W3CDTF">2026-09-22T10:21:34Z</dcterms:created>
  <dcterms:modified xsi:type="dcterms:W3CDTF">2026-09-22T10:21:54Z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{"Label":"1","ContentProducer":"001191110102MACQD9K64010000","ProduceID":"7688300881943743475","ReservedCode1":"","ContentPropagator":"","PropagateID":"","ReservedCode2":""}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6353EA895FC84CC1A8E4D337860DA7B8_12</vt:lpwstr>
  </property>
</Properties>
</file>